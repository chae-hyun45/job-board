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28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JobFit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채용공고 통합·추천 웹앱 개발 제안서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hyun (kimch4577@gmail.com)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방학 비정규 과정 · 바이브 코딩 실습 과제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840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취업준비생은 사람인, 잡코리아, 원티드 등 여러 채용 플랫폼을 각각 들어가 공고를 확인해야 하고, 자신에게 맞는 공고를 찾기 위해 일일이 검색과 필터링을 반복합니다.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</a:t>
            </a:r>
            <a:r>
              <a:rPr lang="en-US" sz="150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여러 채용 사이트의 공고를 한 곳에 모아, 직무·경력·지역·연봉 등 사용자 조건에 맞춰 추천해주는 채용공고 통합·추천 웹앱입니다.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6002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720840" y="18562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7208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52360" y="1764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21305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채용정보 탐색 시간을 줄이고, 개인에 맞는 공고를 빠르게 찾게 한다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32004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720840" y="34564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20840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33649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37307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취업을 준비하는 대학생 · 사회초년 구직자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8006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505663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2084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4965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핵심가치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52360" y="53309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검색 + 맞춤 추천 + 지원현황 관리를 한 곳에서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채용정보 현황 및 문제점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9F8"/>
          </a:solidFill>
          <a:ln/>
          <a:effectLst>
            <a:outerShdw blurRad="76200" dist="25400" dir="5400000" algn="bl" rotWithShape="0">
              <a:srgbClr val="1E2A3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채용정보의 파편화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사람인, 잡코리아, 원티드 등 사이트마다 공고가 흩어져 있어 여러 사이트를 반복해서 확인해야 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9F8"/>
          </a:solidFill>
          <a:ln/>
          <a:effectLst>
            <a:outerShdw blurRad="76200" dist="25400" dir="5400000" algn="bl" rotWithShape="0">
              <a:srgbClr val="1E2A3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947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탐색 피로도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35000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없는 공고까지 일일이 훑어봐야 해서, 공고 하나를 찾는 데 시간이 많이 소모된다.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9F8"/>
          </a:solidFill>
          <a:ln/>
          <a:effectLst>
            <a:outerShdw blurRad="76200" dist="25400" dir="5400000" algn="bl" rotWithShape="0">
              <a:srgbClr val="1E2A3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개인 맞춤 추천 부재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59028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대부분의 사이트가 인기순·최신순 정렬 위주라, 직무·경력·지역 기반 추천이 부족하다.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4F9F8"/>
          </a:solidFill>
          <a:ln/>
          <a:effectLst>
            <a:outerShdw blurRad="76200" dist="25400" dir="5400000" algn="bl" rotWithShape="0">
              <a:srgbClr val="1E2A38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92240" y="420624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마감임박 공고 누락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459028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공고의 마감일을 놓쳐 지원 기회를 놓치는 경우가 자주 발생한다.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타겟 사용자 페르소나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17320" y="2011680"/>
            <a:ext cx="2011680" cy="201168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김하늘 (24세)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대학교 4학년 · 첫 취업 준비생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5074920"/>
            <a:ext cx="27432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기기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· PC 웹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희망 직무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/ 기획직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빈도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거의 매일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916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 (Goals)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1031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채용사이트를 돌아다니지 않고 한 곳에서 공고를 확인하고 싶다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전공·경력·희망 지역에 맞는 공고만 빠르게 추리고 싶다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 공고의 마감일을 놓치지 않고 싶다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어디까지 지원했는지 한눈에 관리하고 싶다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09160" y="4114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불편 (Frustrations)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45262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여러 사이트를 반복 확인하는 게 번거롭다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추천공고가 나와 전혀 관련없는 경우가 많다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공고에 지원했는지 기억이 헷갈려 관리가 안 된다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사용자 입장 시나리오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김하늘님이 JobFit을 통해 채용공고를 찾고 지원하기까지의 흐름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956816" cy="3291840"/>
          </a:xfrm>
          <a:prstGeom prst="roundRect">
            <a:avLst>
              <a:gd name="adj" fmla="val 4206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7008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0700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회원가입 &amp; 조건 설정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3832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직무, 지역, 연봉, 경력을 입력해 관심조건을 등록한다.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05456" y="3520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34056" y="2148840"/>
            <a:ext cx="1956816" cy="3291840"/>
          </a:xfrm>
          <a:prstGeom prst="roundRect">
            <a:avLst>
              <a:gd name="adj" fmla="val 4206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392424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9242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35224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공고 피드 확인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35224" y="33832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채용사이트의 공고를 한 화면에서 열람한다.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90872" y="3520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19472" y="2148840"/>
            <a:ext cx="1956816" cy="3291840"/>
          </a:xfrm>
          <a:prstGeom prst="roundRect">
            <a:avLst>
              <a:gd name="adj" fmla="val 4206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57784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20640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맞춤 추천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33832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 매칭 점수가 높은 공고가 상단에 노출된다.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76288" y="3520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04888" y="2148840"/>
            <a:ext cx="1956816" cy="3291840"/>
          </a:xfrm>
          <a:prstGeom prst="roundRect">
            <a:avLst>
              <a:gd name="adj" fmla="val 4206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763256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76325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06056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관심공고 스크랩 &amp; 알림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06056" y="33832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마음에 드는 공고를 저장하고 마감 임박 알림을 받는다.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61704" y="3520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290304" y="2148840"/>
            <a:ext cx="1956816" cy="3291840"/>
          </a:xfrm>
          <a:prstGeom prst="roundRect">
            <a:avLst>
              <a:gd name="adj" fmla="val 4206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948672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94867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91472" y="2606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지원 &amp; 현황 관리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91472" y="3383280"/>
            <a:ext cx="1554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지원하고 단계별(서류·면접·최종) 현황을 트래킹한다.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5603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통합 채용정보 수집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92608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사람인 · 잡코리아 · 원티드 등 공고를 API/크롤링으로 수집해 DB에 통합 저장한다.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169164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462272" y="1947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622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맞춤 추천 엔진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25696" y="292608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 · 스킬 · 지역 · 연봉 조건을 기반으로 매칭 점수를 산출해 정렬한다.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69164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19872" y="1947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11987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83296" y="25603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마감 임박 알림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83296" y="292608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스크랩한 공고의 마감일이 가까워지면 푸시/이메일로 알림을 보낸다.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0467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" y="4983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관심공고 스크랩함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8096" y="5349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마이페이지에서 관심 공고를 저장·폴더별로 분류해 관리한다.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06240" y="411480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462272" y="43708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46227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25696" y="4983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지원현황 트래커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25696" y="5349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지원전/완료/서류통과/면접/최종 단계를 칸반보드 형태로 관리한다.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63840" y="4114800"/>
            <a:ext cx="3383280" cy="2148840"/>
          </a:xfrm>
          <a:prstGeom prst="roundRect">
            <a:avLst>
              <a:gd name="adj" fmla="val 3830"/>
            </a:avLst>
          </a:prstGeom>
          <a:solidFill>
            <a:srgbClr val="F4F9F8"/>
          </a:solidFill>
          <a:ln/>
          <a:effectLst>
            <a:outerShdw blurRad="63500" dist="25400" dir="5400000" algn="bl" rotWithShape="0">
              <a:srgbClr val="1E2A38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119872" y="43708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119872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83296" y="4983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 &amp; 필터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083296" y="534924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직무, 경력, 지역, 연봉, 고용형태 등 세부 조건으로 공고를 손쉽게 검색한다.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화면 구성 및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/로그인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23160" y="2194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88920" y="2194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788920" y="2194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온보딩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(조건입력)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194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2194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(추천피드)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03720" y="2194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69480" y="2194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69480" y="2194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공고 상세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219456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09760" y="219456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EAF5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09760" y="219456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40233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0" y="4023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검색/필터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0" y="3291840"/>
            <a:ext cx="0" cy="731520"/>
          </a:xfrm>
          <a:prstGeom prst="line">
            <a:avLst/>
          </a:prstGeom>
          <a:noFill/>
          <a:ln w="15875">
            <a:solidFill>
              <a:srgbClr val="5A7A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509760" y="40233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509760" y="4023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지원현황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트래커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442448" y="3291840"/>
            <a:ext cx="0" cy="731520"/>
          </a:xfrm>
          <a:prstGeom prst="line">
            <a:avLst/>
          </a:prstGeom>
          <a:noFill/>
          <a:ln w="15875">
            <a:solidFill>
              <a:srgbClr val="5A7A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269480" y="40233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269480" y="4023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관심공고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02168" y="3291840"/>
            <a:ext cx="0" cy="731520"/>
          </a:xfrm>
          <a:prstGeom prst="line">
            <a:avLst/>
          </a:prstGeom>
          <a:noFill/>
          <a:ln w="15875">
            <a:solidFill>
              <a:srgbClr val="5A7A8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점선은 각 화면에서 접근 가능한 부가 기능을 나타냅니다.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 (버전 명시)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Router, React Server Components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기본 페어링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정적 타입으로 오류 사전 방지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CSS-first 설정, 빠른 UI 구현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(PostgreSQL, Auth)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supabase-js 2.106.1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인증·DB·실시간 구독 통합 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 (ORM)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타입세이프 스키마 · 마이그레이션 관리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네이티브 배포, CI/CD 자동화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(LTS)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24.18.0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서버측 실행 환경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(Sonnet)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claude-sonnet-5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공고 요약 · 매칭점수 보조 로직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개발도구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(바이브 코딩)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페어 코딩으로 전 기능 개발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16 / React 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2194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94760" y="1920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94760" y="19202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/ Edge Functions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29400" y="2194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132320" y="141732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13232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Auth / Realtime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278892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5A7A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132320" y="2788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· 요약 보조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0" y="2514600"/>
            <a:ext cx="274320" cy="0"/>
          </a:xfrm>
          <a:prstGeom prst="line">
            <a:avLst/>
          </a:prstGeom>
          <a:noFill/>
          <a:ln w="15875">
            <a:solidFill>
              <a:srgbClr val="5A7A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94760" y="4206240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79476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채용정보 수집기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(외부 API / 크롤러, 주기 배치)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4206240"/>
            <a:ext cx="0" cy="0"/>
          </a:xfrm>
          <a:prstGeom prst="line">
            <a:avLst/>
          </a:prstGeom>
          <a:noFill/>
          <a:ln w="15875">
            <a:solidFill>
              <a:srgbClr val="5A7A80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794760" y="5623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사람인 · 잡코리아 · 원티드 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개발 일정 (방학 과정, 6주)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10515600" cy="0"/>
          </a:xfrm>
          <a:prstGeom prst="line">
            <a:avLst/>
          </a:prstGeom>
          <a:noFill/>
          <a:ln w="2540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43228" y="34472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432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9260" y="2971800"/>
            <a:ext cx="0" cy="47548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24128" y="189280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기획 &amp; 설계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87552" y="228600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정보구조(IA), 와이어프레임 작성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195828" y="34472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958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51860" y="3959352"/>
            <a:ext cx="0" cy="20116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667000" y="416052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76728" y="427024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환경 구축 &amp; 인증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740152" y="466344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프로젝트 셋업, Supabase Auth 연동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948428" y="34472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484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04460" y="2971800"/>
            <a:ext cx="0" cy="47548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419600" y="178308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29328" y="189280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채용정보 수집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92752" y="228600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공고 API/크롤링 연동, DB 저장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701028" y="34472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7010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57060" y="3959352"/>
            <a:ext cx="0" cy="20116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172200" y="416052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81928" y="427024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&amp; 홈피드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45352" y="466344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점수 로직 구현, 홈 화면 UI 개발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453628" y="344728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4536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709660" y="2971800"/>
            <a:ext cx="0" cy="47548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924800" y="178308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034528" y="189280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마이페이지 &amp; 알림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97952" y="228600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스크랩·지원현황 트래커, 마감알림 기능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10206228" y="344728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206228" y="3447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62260" y="3959352"/>
            <a:ext cx="0" cy="201168"/>
          </a:xfrm>
          <a:prstGeom prst="line">
            <a:avLst/>
          </a:prstGeom>
          <a:noFill/>
          <a:ln w="19050">
            <a:solidFill>
              <a:srgbClr val="CFE7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677400" y="4160520"/>
            <a:ext cx="1569720" cy="1188720"/>
          </a:xfrm>
          <a:prstGeom prst="roundRect">
            <a:avLst>
              <a:gd name="adj" fmla="val 5385"/>
            </a:avLst>
          </a:prstGeom>
          <a:solidFill>
            <a:srgbClr val="F4F9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787128" y="4270248"/>
            <a:ext cx="1350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테스트 &amp; 배포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750552" y="4663440"/>
            <a:ext cx="1423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8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Vercel 배포, 최종 발표 준비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ellipse">
            <a:avLst/>
          </a:prstGeom>
          <a:solidFill>
            <a:srgbClr val="00A896">
              <a:alpha val="2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기대효과 &amp; 향후 계획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기대효과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사이트를 돌아다니는 시간을 줄여 채용정보 탐색 효율을 높인다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조건 기반 맞춤 추천으로 지원 공고의 적합도를 높인다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지원현황과 마감일을 한 곳에서 관리해 기회 손실을 줄인다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계획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2402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자기소개서 · 이력서 첨삭 기능 추가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리뷰/연봉 정보 연동으로 추천 정확도 개선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EA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앱(iOS/Android) 출시 검토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4663440"/>
            <a:ext cx="1078992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채용공고 통합·추천 웹앱 PRD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JobFit · PRD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932</Words>
  <Application>Microsoft Macintosh PowerPoint</Application>
  <PresentationFormat>와이드스크린</PresentationFormat>
  <Paragraphs>238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JobFit PRD</dc:title>
  <dc:subject>PptxGenJS Presentation</dc:subject>
  <dc:creator>hyun</dc:creator>
  <cp:lastModifiedBy>김 채현</cp:lastModifiedBy>
  <cp:revision>2</cp:revision>
  <dcterms:created xsi:type="dcterms:W3CDTF">2026-07-28T01:14:55Z</dcterms:created>
  <dcterms:modified xsi:type="dcterms:W3CDTF">2026-07-28T01:25:32Z</dcterms:modified>
</cp:coreProperties>
</file>